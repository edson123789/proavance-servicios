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84" d="100"/>
          <a:sy n="84" d="100"/>
        </p:scale>
        <p:origin x="-84" y="-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852" y="4267201"/>
            <a:ext cx="2068296" cy="2068296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841972"/>
            <a:ext cx="12192000" cy="45719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-46246"/>
            <a:ext cx="12192000" cy="3964559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33599" y="2641304"/>
            <a:ext cx="8037689" cy="509786"/>
          </a:xfrm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PE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33600" y="1122363"/>
            <a:ext cx="8037689" cy="1392537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574804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32CF-E3B9-4E30-BB80-94D46A5D559C}" type="datetimeFigureOut">
              <a:rPr lang="es-PE" smtClean="0"/>
              <a:t>22/12/2018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752D-5646-4409-A972-2F8E7B5C5B54}" type="slidenum">
              <a:rPr lang="es-PE" smtClean="0"/>
              <a:t>‹Nº›</a:t>
            </a:fld>
            <a:endParaRPr lang="es-PE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54125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7731" y="173699"/>
            <a:ext cx="1087311" cy="118185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6841972"/>
            <a:ext cx="12192001" cy="4571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610600" cy="93309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2524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32CF-E3B9-4E30-BB80-94D46A5D559C}" type="datetimeFigureOut">
              <a:rPr lang="es-PE" smtClean="0"/>
              <a:t>22/12/2018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752D-5646-4409-A972-2F8E7B5C5B54}" type="slidenum">
              <a:rPr lang="es-PE" smtClean="0"/>
              <a:t>‹Nº›</a:t>
            </a:fld>
            <a:endParaRPr lang="es-PE"/>
          </a:p>
        </p:txBody>
      </p: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54125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7731" y="173699"/>
            <a:ext cx="1087311" cy="1181859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6841972"/>
            <a:ext cx="12192001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708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PE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PE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32CF-E3B9-4E30-BB80-94D46A5D559C}" type="datetimeFigureOut">
              <a:rPr lang="es-PE" smtClean="0"/>
              <a:t>22/12/2018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752D-5646-4409-A972-2F8E7B5C5B54}" type="slidenum">
              <a:rPr lang="es-PE" smtClean="0"/>
              <a:t>‹Nº›</a:t>
            </a:fld>
            <a:endParaRPr lang="es-PE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54125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7731" y="173699"/>
            <a:ext cx="1087311" cy="118185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6841972"/>
            <a:ext cx="12192001" cy="4571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8915400" cy="944386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17229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PE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32CF-E3B9-4E30-BB80-94D46A5D559C}" type="datetimeFigureOut">
              <a:rPr lang="es-PE" smtClean="0"/>
              <a:t>22/12/2018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752D-5646-4409-A972-2F8E7B5C5B54}" type="slidenum">
              <a:rPr lang="es-PE" smtClean="0"/>
              <a:t>‹Nº›</a:t>
            </a:fld>
            <a:endParaRPr lang="es-PE"/>
          </a:p>
        </p:txBody>
      </p: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54125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7731" y="173699"/>
            <a:ext cx="1087311" cy="1181859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6841972"/>
            <a:ext cx="12192001" cy="4571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8665456" cy="831497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415011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32CF-E3B9-4E30-BB80-94D46A5D559C}" type="datetimeFigureOut">
              <a:rPr lang="es-PE" smtClean="0"/>
              <a:t>22/12/2018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752D-5646-4409-A972-2F8E7B5C5B54}" type="slidenum">
              <a:rPr lang="es-PE" smtClean="0"/>
              <a:t>‹Nº›</a:t>
            </a:fld>
            <a:endParaRPr lang="es-PE"/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54125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7731" y="173699"/>
            <a:ext cx="1087311" cy="118185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6841972"/>
            <a:ext cx="12192001" cy="4571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8746067" cy="944386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11886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32CF-E3B9-4E30-BB80-94D46A5D559C}" type="datetimeFigureOut">
              <a:rPr lang="es-PE" smtClean="0"/>
              <a:t>22/12/2018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752D-5646-4409-A972-2F8E7B5C5B54}" type="slidenum">
              <a:rPr lang="es-PE" smtClean="0"/>
              <a:t>‹Nº›</a:t>
            </a:fld>
            <a:endParaRPr lang="es-PE"/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54125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7731" y="173699"/>
            <a:ext cx="1087311" cy="118185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6841972"/>
            <a:ext cx="12192001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428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1803216"/>
            <a:ext cx="6172200" cy="4057834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PE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1803216"/>
            <a:ext cx="3932237" cy="4065772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32CF-E3B9-4E30-BB80-94D46A5D559C}" type="datetimeFigureOut">
              <a:rPr lang="es-PE" smtClean="0"/>
              <a:t>22/12/2018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752D-5646-4409-A972-2F8E7B5C5B54}" type="slidenum">
              <a:rPr lang="es-PE" smtClean="0"/>
              <a:t>‹Nº›</a:t>
            </a:fld>
            <a:endParaRPr lang="es-PE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54125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7731" y="173699"/>
            <a:ext cx="1087311" cy="118185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6841972"/>
            <a:ext cx="12192001" cy="4571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00755"/>
            <a:ext cx="5143323" cy="945261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32483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1825794"/>
            <a:ext cx="6172200" cy="40352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1825794"/>
            <a:ext cx="3932237" cy="4043194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32CF-E3B9-4E30-BB80-94D46A5D559C}" type="datetimeFigureOut">
              <a:rPr lang="es-PE" smtClean="0"/>
              <a:t>22/12/2018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752D-5646-4409-A972-2F8E7B5C5B54}" type="slidenum">
              <a:rPr lang="es-PE" smtClean="0"/>
              <a:t>‹Nº›</a:t>
            </a:fld>
            <a:endParaRPr lang="es-PE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54125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7731" y="173699"/>
            <a:ext cx="1087311" cy="118185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6841972"/>
            <a:ext cx="12192001" cy="4571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23333"/>
            <a:ext cx="5436834" cy="829733"/>
          </a:xfrm>
        </p:spPr>
        <p:txBody>
          <a:bodyPr anchor="b"/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8673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32CF-E3B9-4E30-BB80-94D46A5D559C}" type="datetimeFigureOut">
              <a:rPr lang="es-PE" smtClean="0"/>
              <a:t>22/12/2018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752D-5646-4409-A972-2F8E7B5C5B54}" type="slidenum">
              <a:rPr lang="es-PE" smtClean="0"/>
              <a:t>‹Nº›</a:t>
            </a:fld>
            <a:endParaRPr lang="es-PE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203290" cy="154125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7731" y="173699"/>
            <a:ext cx="1087311" cy="118185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6841972"/>
            <a:ext cx="12192001" cy="4571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768644" cy="955675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1282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S-Gru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643" y="2307010"/>
            <a:ext cx="1736642" cy="188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532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32CF-E3B9-4E30-BB80-94D46A5D559C}" type="datetimeFigureOut">
              <a:rPr lang="es-PE" smtClean="0"/>
              <a:t>22/12/2018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752D-5646-4409-A972-2F8E7B5C5B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16078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632CF-E3B9-4E30-BB80-94D46A5D559C}" type="datetimeFigureOut">
              <a:rPr lang="es-PE" smtClean="0"/>
              <a:t>22/12/2018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C752D-5646-4409-A972-2F8E7B5C5B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131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3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4020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60537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13544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7917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0</Words>
  <Application>Microsoft Office PowerPoint</Application>
  <PresentationFormat>Personalizado</PresentationFormat>
  <Paragraphs>0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Natally Peñaloza</dc:creator>
  <cp:lastModifiedBy>Julissa Ccahuaya</cp:lastModifiedBy>
  <cp:revision>3</cp:revision>
  <dcterms:created xsi:type="dcterms:W3CDTF">2018-06-28T22:22:31Z</dcterms:created>
  <dcterms:modified xsi:type="dcterms:W3CDTF">2018-12-22T16:19:13Z</dcterms:modified>
</cp:coreProperties>
</file>